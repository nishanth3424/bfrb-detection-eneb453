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9875520" cy="3474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BFRB Detection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94560"/>
                </a:solidFill>
              </a:rPr>
              <a:t>Preliminary UI &amp; Database Design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566160"/>
            <a:ext cx="393192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1F5F9"/>
                </a:solidFill>
              </a:rPr>
              <a:t>ENEB453 — Web-Based Application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Nishanth S.  |  University of Maryland  | 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Due: Mon Apr 13,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4663440"/>
            <a:ext cx="384048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6634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Wireframe — User Interface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4992624"/>
            <a:ext cx="384048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992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983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Entity-Relationship Diagram (ERD) — Normalized to 3NF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5321808"/>
            <a:ext cx="384048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5321808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5312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Populated Database — Schema + Demo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What this system does and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486400" cy="5349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852160" cy="5349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A web application that uses a webcam or uploaded video to detect Body-Focused Repetitive Behaviors (BFRBs) in real time using Google MediaPipe computer vision.
The system watches hand and face movements, identifies when a person is performing behaviors like hair pulling or nail biting, logs every event to a database, and lets users define custom new behaviors.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Professor's Analogy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03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Like a store security system that detects shoplifters by recognizing their specific nervous walking pattern — this system detects BFRB behaviors by recognizing specific hand-to-face movement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23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</a:rPr>
              <a:t>Python Flask  ·  MediaPipe Holistic  ·  MySQL  ·  Docker  ·  HTML/CSS/JS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BFRB Behaviors Detected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27632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276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Hair Pulling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16276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Fingertip near scalp/forehead landmark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Nail Biting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0116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Fingertip near upper lip landmark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395728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3957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Skin Picking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3957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Fingertip near cheek/forehead landmark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79776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7797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Nose Picking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7797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Index tip near nose tip landmark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163824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1638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Lip Picking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1638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Thumb tip near lip landmarks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47872"/>
            <a:ext cx="73152" cy="2560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5478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Custom (User-Def.)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547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User configures any landmark pair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560"/>
                </a:solidFill>
              </a:rPr>
              <a:t>How Detection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2628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MediaPipe tracks 21 hand landmarks + 468 face landmarks per frame. The system measures the Euclidean distance between a hand fingertip and a target face region. If within the threshold for 10+ consecutive frames (~0.33 sec), a detection event is confirmed and saved to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UI Wireframe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Dashboard layout — the webpage the user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pic>
        <p:nvPicPr>
          <p:cNvPr id="8" name="Picture 7" descr="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31752" cy="5577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0" y="6309360"/>
            <a:ext cx="3291840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6327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Built with HTML/CSS — Open wireframe.html in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Wireframe — Key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What each section of the UI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2926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Navigation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Dashboard · Sessions · BFRB Types · Reports — routes to all major features of the app.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90472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45336"/>
            <a:ext cx="73152" cy="2926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453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</a:rPr>
              <a:t>Stats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545336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4 live counters at top: Sessions Today, Detections Today, BFRB Types defined, Average Confidence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92807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1947672"/>
            <a:ext cx="7315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476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Video Feed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947672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Left side. Tabs for Webcam vs Upload Video (MP4). Shows live camera with MediaPipe skeleton overlay drawn on top. Active detection label appears in top-left corner of the feed.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95144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350008"/>
            <a:ext cx="73152" cy="2926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3500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</a:rPr>
              <a:t>Live Detection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35000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Right side. Every BFRB event fires here in real time — behavior name, timestamp, confidence bar, confidence percentage.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97479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752344"/>
            <a:ext cx="7315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523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Current Session 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2752344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Right side, below log. Shows session ID, input type (webcam/video), start time, duration, total events this session.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099815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154679"/>
            <a:ext cx="73152" cy="2926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154679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BFRB Type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315467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Bottom section. Table of all built-in and custom BFRB types. Form to add a new behavior — name, description, landmark rule. Each row has an Edit button.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502151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557015"/>
            <a:ext cx="73152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557015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Alert 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557015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Right column, bottom. Toggle email alerts on/off. Set minimum confidence threshold. Toggle auto-save sessions.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04487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Database ERD — Normalized to 3NF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4 tables · 3 foreign key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pic>
        <p:nvPicPr>
          <p:cNvPr id="8" name="Picture 7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11731752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Database Schema — Table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Why each table exists and what it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bfrb_types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Catalog of every BFRB behavior — both built-in (from Kaggle dataset) and user-defined custom ones. Stores the name, description, and a flag marking whether it's custom.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01368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73152" cy="5029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bfrb_landmark_rules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4883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The MediaPipe detection rules for each BFRB type. Stores which hand landmark index and which face landmark index to measure, plus the distance threshold in pixels. Separated from bfrb_types to satisfy 1NF — no JSON blobs.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32887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06039"/>
            <a:ext cx="73152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060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5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One row per detection run. Records whether input was webcam or a video file, the filename if applicable, and the start/end timestamps. End_time is NULL while a session is still running.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64407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37559"/>
            <a:ext cx="73152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detections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79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One row per detected BFRB event. Foreign keys to both sessions and bfrb_types. Stores the video frame number, millisecond timestamp into the session, and a confidence score (0.0–1.0).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95927"/>
            <a:ext cx="11640312" cy="914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4864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→  bfrb_landmark_rules.bfrb_type_id  →  bfrb_types.id   (MANY-TO-ONE, ON DELETE CASCADE)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76072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→  detections.session_id             →  sessions.id      (MANY-TO-ONE, ON DELETE CASCADE)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0350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A5FA"/>
                </a:solidFill>
              </a:rPr>
              <a:t>→  detections.bfrb_type_id           →  bfrb_types.id    (MANY-TO-ONE, ON DELETE RESTRICT)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Normalization to 3rd Normal Form (3NF)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Why the schema satisfies 3NF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868680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73152" cy="1417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</a:rPr>
              <a:t>1NF — First Normal 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216152"/>
            <a:ext cx="1005840" cy="32918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2161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213E"/>
                </a:solidFill>
              </a:rPr>
              <a:t>✓ Satisfied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Every column holds a single atomic value — no lists, no nested data. The detection landmark rules are stored as individual rows in bfrb_landmark_rules rather than as a JSON blob inside bfrb_types. Each table has a clear primary key (id).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868680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73152" cy="1417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</a:rPr>
              <a:t>2NF — Second Normal 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816352"/>
            <a:ext cx="1005840" cy="32918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8163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213E"/>
                </a:solidFill>
              </a:rPr>
              <a:t>✓ Satisfied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All tables use a single-column integer primary key, so composite keys don't exist and partial dependencies are impossible. Every non-key attribute in each table depends on the full primary key, not just part of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8686800" cy="14173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</a:rPr>
              <a:t>3NF — Third Normal 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16552"/>
            <a:ext cx="1005840" cy="32918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41655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213E"/>
                </a:solidFill>
              </a:rPr>
              <a:t>✓ Satisfied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84124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No transitive dependencies exist. Example: detections stores bfrb_type_id (the FK), not the behavior name directly. If a behavior name changes, only one row in bfrb_types needs updating — not thousands of detection rows. No non-key attribute determines another non-key attribute in any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Populated Database — Tables &amp; Seed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Run via Docker MySQL · bfrb_detection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Database: bfrb_detection   |   User: bfrb_user   |   Engine: MySQL 8.0 via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7432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bfrb_types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5 built-in (Hair Pulling, Nail Biting, Skin Picking, Nose Picking, Lip Picking) + 1 custom (Cheek Biting)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508760"/>
            <a:ext cx="27432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46120" y="1508760"/>
            <a:ext cx="274320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</a:rPr>
              <a:t>bfrb_landmark_rules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11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11 MediaPipe landmark rules mapping hand fingertips to face regions with distance thresholds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08760"/>
            <a:ext cx="27432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50876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2 webcam sessions + 1 video file session with start/end timestamps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508760"/>
            <a:ext cx="2743200" cy="192024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508760"/>
            <a:ext cx="27432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detections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17 rows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395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rows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17 BFRB detection events spread across 3 sessions with frame numbers, timestamps, confidence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CREATE TABLE Schema (abbreviated)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31920"/>
            <a:ext cx="566928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77639"/>
            <a:ext cx="54864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CREATE TABLE bfrb_types (
  id INT AUTO_INCREMENT PRIMARY KEY,
  name VARCHAR(100) NOT NULL UNIQUE,
  is_custom TINYINT(1) NOT NULL DEFAULT 0
);
CREATE TABLE detections (
  id INT AUTO_INCREMENT PRIMARY KEY,
  session_id INT NOT NULL,  -- FK → sessions
  bfrb_type_id INT NOT NULL, -- FK → bfrb_types
  confidence_score DECIMAL(5,4) NOT NULL
);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5661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Seed Data Sample — bfrb_types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931920"/>
            <a:ext cx="57607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977639"/>
            <a:ext cx="55778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</a:rPr>
              <a:t>id  name               is_custom
─────────────────────────────────
 1  Hair Pulling            0
 2  Nail Biting             0
 3  Skin Picking (Face)     0
 4  Nose Picking            0
 5  Lip Picking             0
 6  Cheek Biting            1   ← custom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 Queries — Query 1 &amp;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Populated database query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Query 1 — All detections with behavior name, session type, timestamp, 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8132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2C55E"/>
                </a:solidFill>
              </a:rPr>
              <a:t>SELECT bt.name, s.input_type, CONCAT(FLOOR(timestamp_ms/60000),'m ',FLOOR((timestamp_ms%60000)/1000),'s') AS time, ROUND(confidence_score*100,1) AS pct FROM detections d JOIN sessions s ON d.session_id=s.id JOIN bfrb_types bt ON d.bfrb_type_id=bt.id ORDER BY d.detected_at;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920240"/>
            <a:ext cx="11612880" cy="1965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11430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name                  input_type  time      pct
─────────────────────────────────────────────────
Hair Pulling          webcam      0m 4s     89.1%
Nail Biting           webcam      0m 11s    72.3%
Hair Pulling          webcam      0m 22s    91.5%
Skin Picking (Face)   webcam      0m 29s    61.0%
Nose Picking          webcam      0m 34s    80.0%
Lip Picking           video       0m 6s     74.2%
Hair Pulling          video       0m 15s    88.1%
...  (17 rows total)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977639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Query 2 — Detection count and average confidence per BFRB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43400"/>
            <a:ext cx="11612880" cy="2148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361688"/>
            <a:ext cx="11430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behavior              custom  total_detections  avg_confidence_pct  max_confidence_pct
──────────────────────────────────────────────────────────────────────────────────────
Hair Pulling             0          5                 91.5%              94.0%
Nail Biting              0          3                 77.3%              82.3%
Lip Picking              0          2                 75.4%              76.6%
Skin Picking (Face)      0          2                 63.2%              65.4%
Nose Picking             0          2                 84.5%              89.0%
Cheek Biting             1          1                 71.0%              71.0%
                                   ↑ custom behavior also tracked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 Queries — Query 3, 4 &amp;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Session summary · Custom BFRB rules · High-confidence alerts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Query 3 — Session summary (LEFT JOIN, GROUP BY, TIMESTAMPDIFF)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1612880" cy="1417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35608"/>
            <a:ext cx="11430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1F5F9"/>
                </a:solidFill>
              </a:rPr>
              <a:t>session_id  input_type  source                   start_time            end_time              duration_min  total_detections
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
     1       webcam      webcam     2026-04-08 10:05:00   2026-04-08 10:22:00        17             7
     2       video       study_session_01.mp4    2026-04-09 14:00:00   2026-04-09 14:18:00        18             5
     3       webcam      webcam     2026-04-10 16:30:00   2026-04-10 16:47:00        17           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077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Query 4 — Custom BFRB types with their MediaPipe landmark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18688"/>
            <a:ext cx="11612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36976"/>
            <a:ext cx="114300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custom_behavior   hand_landmark_index  face_landmark_index  distance_threshold_px  rule_description
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
Cheek Biting              8                   127                   28.0          Index fingertip within 28px of left cheek corner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29768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Query 5 — High-confidence detections only (confidence ≥ 85%) — alert-worthy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617720"/>
            <a:ext cx="11612880" cy="187451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36008"/>
            <a:ext cx="11430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</a:rPr>
              <a:t>behavior         input_type  confidence_pct  detected_at
──────────────────────────────────────────────────────────────────────────────
Hair Pulling      webcam         93.0%      2026-04-10 16:30:36
Hair Pulling      webcam         90.0%      2026-04-10 16:30:10
Hair Pulling      video          88.1%      2026-04-09 14:00:15
Hair Pulling      webcam         89.1%      2026-04-08 10:05:04
Nose Picking      video          89.0%      2026-04-09 14:00:37
Hair Pulling      webcam         91.5%      2026-04-08 10:05:23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— Build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</a:rPr>
              <a:t>From checkpoint to final submission (May 4,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</a:rPr>
              <a:t>Nishanth S.  |  ENEB453  |  University of Maryland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56032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213E"/>
                </a:solidFill>
              </a:rPr>
              <a:t>This Week (Apr 14–18)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143000"/>
            <a:ext cx="8961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32588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Flask backend + MediaPipe Holistic integration. Live webcam feed with landmark overlay working. Basic detection logic firing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2560320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06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213E"/>
                </a:solidFill>
              </a:rPr>
              <a:t>Week 2 (Apr 21–25)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514600"/>
            <a:ext cx="8961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69748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Full frontend UI. Video file upload + annotated output. MySQL integration — every detection saved. Add new BFRB form working.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2560320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97763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213E"/>
                </a:solidFill>
              </a:rPr>
              <a:t>Week 3 (Apr 28–May 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886200"/>
            <a:ext cx="8961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406908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Polish, testing, presentation build. Full demo rehearsal. Teaching notes prepared so I can answer any question in the 1-on-1.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57800"/>
            <a:ext cx="2560320" cy="1188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213E"/>
                </a:solidFill>
              </a:rPr>
              <a:t>May 4 — 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5257800"/>
            <a:ext cx="8961120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544068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</a:rPr>
              <a:t>Live demo of full working system. Q&amp;A with professor. Show wireframe → ERD → working app progression.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Final deliverable: fully working web app · live demo ·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